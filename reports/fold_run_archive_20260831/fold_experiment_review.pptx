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media/image1.png" ContentType="image/png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media/image2.png" ContentType="image/png"/>
  <Override PartName="/ppt/slides/slide3.xml" ContentType="application/vnd.openxmlformats-officedocument.presentationml.slide+xml"/>
  <Override PartName="/ppt/slides/_rels/slide3.xml.rels" ContentType="application/vnd.openxmlformats-package.relationships+xml"/>
  <Override PartName="/ppt/media/image3.png" ContentType="image/png"/>
  <Override PartName="/ppt/slides/slide4.xml" ContentType="application/vnd.openxmlformats-officedocument.presentationml.slide+xml"/>
  <Override PartName="/ppt/slides/_rels/slide4.xml.rels" ContentType="application/vnd.openxmlformats-package.relationships+xml"/>
  <Override PartName="/ppt/media/image4.png" ContentType="image/png"/>
  <Override PartName="/ppt/slides/slide5.xml" ContentType="application/vnd.openxmlformats-officedocument.presentationml.slide+xml"/>
  <Override PartName="/ppt/slides/_rels/slide5.xml.rels" ContentType="application/vnd.openxmlformats-package.relationships+xml"/>
  <Override PartName="/ppt/media/image5.png" ContentType="image/png"/>
  <Override PartName="/ppt/slides/slide6.xml" ContentType="application/vnd.openxmlformats-officedocument.presentationml.slide+xml"/>
  <Override PartName="/ppt/slides/_rels/slide6.xml.rels" ContentType="application/vnd.openxmlformats-package.relationships+xml"/>
  <Override PartName="/ppt/media/image6.png" ContentType="image/png"/>
  <Override PartName="/ppt/slides/slide7.xml" ContentType="application/vnd.openxmlformats-officedocument.presentationml.slide+xml"/>
  <Override PartName="/ppt/slides/_rels/slide7.xml.rels" ContentType="application/vnd.openxmlformats-package.relationships+xml"/>
  <Override PartName="/ppt/media/image7.png" ContentType="image/png"/>
  <Override PartName="/ppt/slides/slide8.xml" ContentType="application/vnd.openxmlformats-officedocument.presentationml.slide+xml"/>
  <Override PartName="/ppt/slides/_rels/slide8.xml.rels" ContentType="application/vnd.openxmlformats-package.relationships+xml"/>
  <Override PartName="/ppt/media/image8.png" ContentType="image/png"/>
  <Override PartName="/ppt/slides/slide9.xml" ContentType="application/vnd.openxmlformats-officedocument.presentationml.slide+xml"/>
  <Override PartName="/ppt/slides/_rels/slide9.xml.rels" ContentType="application/vnd.openxmlformats-package.relationships+xml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7" Type="http://schemas.openxmlformats.org/officeDocument/2006/relationships/presProps" Target="presProps.xml"/>
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C4DBE3-E011-4C16-94E8-50CDFF9CC49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4E6D96-EBED-4DF9-9AB3-C3B555D8EC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845FD7E-298A-4DDF-85D4-694434ED719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2026-08-17T21:40:46Z</dcterms:modified>
  <cp:revision>1</cp:revision>
  <dc:subject/>
  <dc:title/>
</cp:coreProperties>
</file>